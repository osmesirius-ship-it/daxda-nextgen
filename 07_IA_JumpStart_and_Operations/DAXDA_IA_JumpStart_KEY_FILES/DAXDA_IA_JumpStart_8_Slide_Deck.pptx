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DAXDA.IA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Auditable Governance for High-Stakes 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A structured challenge-and-review layer that turns AI outputs into documented decision records.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0"/>
            <a:ext cx="4782312" cy="68580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100584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65592" y="113385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65592" y="1481328"/>
            <a:ext cx="28254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AI output, claim, memo, or recommendation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8001000" y="242316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5592" y="255117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Challenge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65592" y="2898648"/>
            <a:ext cx="28254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Assumptions, evidence gaps, contradictions, risks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001000" y="3840480"/>
            <a:ext cx="3154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396849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Audit record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5592" y="4315968"/>
            <a:ext cx="28254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Disposition, escalation, uncertainty, review trail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31520" y="6172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Nicole Bess + Alexander Tyski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Names as provided; verify legal spelling before external use.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503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AI adoption is moving faster than decision governance.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1965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Confident outputs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167128"/>
            <a:ext cx="30998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AI systems produce answers that sound complete even when assumptions, evidence gaps, or uncertainty are hidden.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81965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Inconsistent 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53712" y="2167128"/>
            <a:ext cx="30998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Human review remains necessary, but most review is undocumented, uneven, and hard to reproduce.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046720" y="169164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81965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No audit trail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167128"/>
            <a:ext cx="30998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When a decision fails, teams often cannot reconstruct what was checked, missed, challenged, or escalated.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051560" y="3977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Customer pain: “How do we know when an AI-assisted answer is safe enough to rely on?”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965960" y="5074920"/>
            <a:ext cx="2194560" cy="329184"/>
          </a:xfrm>
          <a:prstGeom prst="roundRect">
            <a:avLst>
              <a:gd name="adj" fmla="val 27778"/>
            </a:avLst>
          </a:prstGeom>
          <a:solidFill>
            <a:srgbClr val="FEE2E2">
              <a:alpha val="92000"/>
            </a:srgbClr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5157216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risk control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26280" y="5074920"/>
            <a:ext cx="2194560" cy="329184"/>
          </a:xfrm>
          <a:prstGeom prst="roundRect">
            <a:avLst>
              <a:gd name="adj" fmla="val 27778"/>
            </a:avLst>
          </a:prstGeom>
          <a:solidFill>
            <a:srgbClr val="FEF3C7">
              <a:alpha val="92000"/>
            </a:srgbClr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5157216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review quality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086600" y="5074920"/>
            <a:ext cx="2194560" cy="329184"/>
          </a:xfrm>
          <a:prstGeom prst="roundRect">
            <a:avLst>
              <a:gd name="adj" fmla="val 27778"/>
            </a:avLst>
          </a:prstGeom>
          <a:solidFill>
            <a:srgbClr val="DBEAFE">
              <a:alpha val="92000"/>
            </a:srgbClr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9752" y="5157216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auditability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DAXDA.IA • JumpStart intake packet • June 22,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DAXDA.IA does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503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governance workflow that converts AI answers into reviewable records.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56816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1. Capture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304288"/>
            <a:ext cx="200253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Original answer or decision claim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3200400" y="22219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11880" y="18288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1956816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2. Challenge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76472" y="2304288"/>
            <a:ext cx="200253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Assumptions, evidence gaps, exceptions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035040" y="22219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46520" y="18288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1956816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3.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1112" y="2304288"/>
            <a:ext cx="200253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Risk, uncertainty, reliance conditions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8869680" y="22219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281160" y="18288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1956816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4. Record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45752" y="2304288"/>
            <a:ext cx="200253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Human-readable audit artifact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1005840" y="42519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Not a chatbot answer. A documented decision review.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34440" y="484632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Designed to complement legal, compliance, security, research, and domain-expert judgment — not replace it.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DAXDA.IA • JumpStart intake packet • June 22,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customer wedge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503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Start where AI risk is visible and review discipline matters.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3291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2821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Legal /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075688"/>
            <a:ext cx="296265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Review client-facing summaries, policy drafts, contract analyses, and AI-assisted memos before reliance.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291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72821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Enterprise software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075688"/>
            <a:ext cx="296265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Add a governance layer around AI-enabled product features and internal AI workflows.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291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72821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Research / civic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075688"/>
            <a:ext cx="296265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Create traceable review records for reports, public-facing analyses, grant work, and policy drafts.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960120" y="4251960"/>
            <a:ext cx="10287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Best first pilot: 10-20 deidentified outputs reviewed with a consistent DAXDA.IA audit template.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DAXDA.IA • JumpStart intake packet • June 22,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503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Strong framework; now converting into evidence and product discipline.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3677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Built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29626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Framework logic, use-case map, early documentation, outreach packet, demo script, pilot concept.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63677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In progress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1984248"/>
            <a:ext cx="29626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Rubric, prototype workflow, customer discovery, reviewer packet, design-partner outreach.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092440" y="15087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3677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Not claimed yet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57032" y="1984248"/>
            <a:ext cx="29626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Revenue, certified compliance status, production deployment, independent benchmark validation.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Investor-ready claim later. Validation-ready narrative now.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5740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This is the maturity posture JumpStart can help sharpen.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DAXDA.IA • JumpStart intake packet • June 22,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503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next milestone is evidence, not noise.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3677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Days 1-15 — Company readiness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1984248"/>
            <a:ext cx="29169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Deck, one-pager, founder roles, legal/IP checklist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26280" y="15087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63677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Days 16-30 — Customer discovery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90872" y="1984248"/>
            <a:ext cx="29169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15-25 interviews; buyer pain map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75320" y="15087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163677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Days 31-45 — Pilot protocol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39912" y="1984248"/>
            <a:ext cx="29169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Rubric, audit template, deidentified workflow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77240" y="3703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83133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Days 46-60 — Reviewer feedback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1832" y="4178808"/>
            <a:ext cx="29169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2-4 outside reviewers/advisors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526280" y="3703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383133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Days 61-75 — Design pilots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90872" y="4178808"/>
            <a:ext cx="29169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1-3 controlled deidentified pilot reviews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275320" y="37033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3831336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Days 76-90 — Capital readiness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39912" y="4178808"/>
            <a:ext cx="29169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Updated deck, evidence, budget, roadmap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DAXDA.IA • JumpStart intake packet • June 22,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need from JumpStart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503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practical path from framework to validated startup.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68249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Pathway fit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2029968"/>
            <a:ext cx="25968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Tech startup services, software accelerator, advisor network, or regional referral path.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617720" y="155448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68249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Customer discovery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82312" y="2029968"/>
            <a:ext cx="25968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Help focusing the first buyer, pilot structure, and evidence required.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321040" y="155448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168249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Capital readiness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85632" y="2029968"/>
            <a:ext cx="25968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Milestones, budget logic, grant/investment path, and pitch readiness.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1828800" y="38404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396849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Advisor introductions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93392" y="4315968"/>
            <a:ext cx="33284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Enterprise software, AI governance, compliance, legal tech, SaaS go-to-market.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720840" y="384048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396849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Pilot introductions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85432" y="4315968"/>
            <a:ext cx="33284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Design partners willing to test deidentified sample reviews.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DAXDA.IA • JumpStart intake packet • June 22,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Meeting close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3504" y="8503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Decision we want from this conversation.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2412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“Which JumpStart or regional path should DAXDA.IA pursue first, and what evidence should we produce in the next 60-90 days?”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37490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387705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Next step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4224528"/>
            <a:ext cx="25054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Recommended pathway and eligibility requirements.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663440" y="37490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387705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Introductions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4224528"/>
            <a:ext cx="25054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Advisors, pilot candidates, or founders to speak with.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229600" y="37490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387705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Proof 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94192" y="4224528"/>
            <a:ext cx="25054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F172A"/>
                </a:solidFill>
              </a:rPr>
              <a:t>Exact milestones to become fundable or program-ready.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196596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DAXDA.IA • Prepared for JumpStart intake conversation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DAXDA.IA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DAXDA.IA JumpStart Deck</dc:title>
  <dc:subject>JumpStart intake deck</dc:subject>
  <dc:creator>OpenAI</dc:creator>
  <cp:lastModifiedBy>OpenAI</cp:lastModifiedBy>
  <cp:revision>1</cp:revision>
  <dcterms:created xsi:type="dcterms:W3CDTF">2026-06-20T00:21:31Z</dcterms:created>
  <dcterms:modified xsi:type="dcterms:W3CDTF">2026-06-20T00:21:31Z</dcterms:modified>
</cp:coreProperties>
</file>